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COMPUTATIONAL THINKING &amp;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Indian Railway Reservation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6949440" cy="3291840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rPr dirty="0"/>
              <a:t>Search • Book • Check PNR • Cancel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49039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rPr dirty="0"/>
              <a:t>A Python-based console application for a simulated railway booking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20440" cy="329184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9955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33757"/>
            <a:ext cx="292608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D1D34"/>
                </a:solidFill>
                <a:latin typeface="Aptos"/>
              </a:defRPr>
            </a:pPr>
            <a:r>
              <a:rPr dirty="0"/>
              <a:t>Presented by:</a:t>
            </a:r>
            <a:r>
              <a:rPr lang="en-IN" dirty="0"/>
              <a:t> Shyam Yadla</a:t>
            </a:r>
            <a:endParaRPr dirty="0"/>
          </a:p>
          <a:p>
            <a:pPr>
              <a:spcAft>
                <a:spcPts val="1200"/>
              </a:spcAft>
              <a:defRPr sz="1600" b="0">
                <a:solidFill>
                  <a:srgbClr val="0D1D34"/>
                </a:solidFill>
                <a:latin typeface="Aptos"/>
              </a:defRPr>
            </a:pPr>
            <a:r>
              <a:rPr dirty="0"/>
              <a:t>Roll No: </a:t>
            </a:r>
            <a:r>
              <a:rPr lang="en-IN" dirty="0"/>
              <a:t>2601150026</a:t>
            </a:r>
          </a:p>
          <a:p>
            <a:pPr>
              <a:spcAft>
                <a:spcPts val="1200"/>
              </a:spcAft>
              <a:defRPr sz="1600" b="0">
                <a:solidFill>
                  <a:srgbClr val="0D1D34"/>
                </a:solidFill>
                <a:latin typeface="Aptos"/>
              </a:defRPr>
            </a:pPr>
            <a:r>
              <a:rPr dirty="0"/>
              <a:t>Department: </a:t>
            </a:r>
            <a:r>
              <a:rPr lang="en-IN" dirty="0"/>
              <a:t>AI&amp;DS</a:t>
            </a:r>
          </a:p>
          <a:p>
            <a:pPr>
              <a:spcAft>
                <a:spcPts val="1200"/>
              </a:spcAft>
              <a:defRPr sz="1600" b="0">
                <a:solidFill>
                  <a:srgbClr val="0D1D34"/>
                </a:solidFill>
                <a:latin typeface="Aptos"/>
              </a:defRPr>
            </a:pPr>
            <a:r>
              <a:rPr lang="en-IN" dirty="0"/>
              <a:t>Course Code: </a:t>
            </a:r>
            <a:r>
              <a:rPr lang="en-IN" sz="1600" dirty="0">
                <a:solidFill>
                  <a:srgbClr val="0D1D34"/>
                </a:solidFill>
                <a:latin typeface="Aptos"/>
              </a:rPr>
              <a:t>26CS5101E</a:t>
            </a:r>
          </a:p>
          <a:p>
            <a:pPr>
              <a:spcAft>
                <a:spcPts val="1200"/>
              </a:spcAft>
              <a:defRPr sz="1600" b="0">
                <a:solidFill>
                  <a:srgbClr val="0D1D34"/>
                </a:solidFill>
                <a:latin typeface="Aptos"/>
              </a:defRPr>
            </a:pPr>
            <a:r>
              <a:rPr lang="en-IN" sz="1600" dirty="0">
                <a:solidFill>
                  <a:srgbClr val="0D1D34"/>
                </a:solidFill>
                <a:latin typeface="Aptos"/>
              </a:rPr>
              <a:t>Course Title : Computational Thinking &amp; Programming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The Problem &amp;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Manual booking tracking can lead to slow searches and seat-count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A menu-driven Python application that manages trains and reservations.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Fast train lookup, unique PNRs, cancellation and saved bookings.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C6C7E"/>
                </a:solidFill>
                <a:latin typeface="Aptos"/>
              </a:defRPr>
            </a:pPr>
            <a:r>
              <a:rPr dirty="0"/>
              <a:t>Scope: Educational demonstration using fictional schedules, fares and seat capacities — not connected to IRCTC.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Objectives &amp; Main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01  Search trains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Find trains using source and destination.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02  Book a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Validate details and confirm available seats.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03  Check PNR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Retrieve booking information using a unique PNR.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40080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41247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04  Cancel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Change ticket status and release a seat.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39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282439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483607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05  Save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3607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Persist bookings in a JSON file.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4799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7924799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8125968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06  Avoid overbooking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5968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Use a thread lock for simultaneous booking attempts.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How the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1261872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User selects 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828800"/>
            <a:ext cx="3474720" cy="126187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1031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D1D34"/>
                </a:solidFill>
                <a:latin typeface="Aptos"/>
              </a:defRPr>
            </a:pPr>
            <a:r>
              <a:rPr dirty="0" err="1"/>
              <a:t>RailwaySystem</a:t>
            </a:r>
            <a:r>
              <a:rPr dirty="0"/>
              <a:t> validates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1828800"/>
            <a:ext cx="3474720" cy="126187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494776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1031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D1D34"/>
                </a:solidFill>
                <a:latin typeface="Aptos"/>
              </a:defRPr>
            </a:pPr>
            <a:r>
              <a:rPr dirty="0"/>
              <a:t>Train / booking lookup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3474720" cy="126187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2335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D1D34"/>
                </a:solidFill>
                <a:latin typeface="Aptos"/>
              </a:defRPr>
            </a:pPr>
            <a:r>
              <a:rPr dirty="0"/>
              <a:t>Update reservation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8848" y="3749039"/>
            <a:ext cx="3474720" cy="126187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681728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02335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D1D34"/>
                </a:solidFill>
                <a:latin typeface="Aptos"/>
              </a:defRPr>
            </a:pPr>
            <a:r>
              <a:rPr dirty="0"/>
              <a:t>Save to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11896" y="3749039"/>
            <a:ext cx="3474720" cy="1261872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494776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EA5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02335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Display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85F99"/>
                </a:solidFill>
                <a:latin typeface="Aptos"/>
              </a:defRPr>
            </a:pPr>
            <a:r>
              <a:rPr dirty="0"/>
              <a:t>Core structures: Train and Booking data classes  •  Dictionaries  •  JSON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1 — Computational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Break the system into search, availability, booking, PNR and cancellation.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Filter trains by route, sort by fare, count confirmed seats.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Search: O(T log T) worst case; availability: O(B), where T = trains and B = bookings.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Example: available seats = train capacity − confirmed bookings for that train and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2 — Python &amp; Data Structures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Dictionaries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train number → Train; PNR → Booking for direct lookup.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Data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Train and Booking hold clear, typed data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Python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Generator expressions, sorting, type hints and JSON serialization.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96512"/>
            <a:ext cx="10515600" cy="1097280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78992" y="4297680"/>
            <a:ext cx="9966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self.bookings: dict[str, Booking] = {}</a:t>
            </a:r>
          </a:p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used = sum(b.status == 'CONFIRMED' for b in bookings)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3 — Software Design &amp;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Train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Train number, name, route, seats and fare.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Booking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PNR, passenger, journey date and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RailwaySystem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Coordinates searching, availability, booking, cancellation and persistence.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85F99"/>
                </a:solidFill>
                <a:latin typeface="Aptos"/>
              </a:defRPr>
            </a:pPr>
            <a:r>
              <a:rPr dirty="0"/>
              <a:t>Design: Object-oriented programming, composition, encapsulated methods and reusable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4 — Functional &amp; Concurrent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Functional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Search uses generator expressions and sorted(); seat count uses sum().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Thread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threading.RLock protects the check-and-book critical section.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Two users cannot claim the same final seat in the same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96512"/>
            <a:ext cx="10515600" cy="1097280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51560" y="427939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with self.lock:</a:t>
            </a:r>
          </a:p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if self.available(number, date) &lt;= 0: raise ValueError(...)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5 — Testing &amp; Software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Unit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Validate searching, seat availability, booking and cancellation.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Integration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Confirm JSON records survive application reload.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Quality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Run pytest; use linting, formatting and type checking as next steps.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0520"/>
            <a:ext cx="10378440" cy="1005840"/>
          </a:xfrm>
          <a:prstGeom prst="roundRect">
            <a:avLst/>
          </a:prstGeom>
          <a:solidFill>
            <a:srgbClr val="0D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97280" y="44165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FFFFFF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pytest</a:t>
            </a:r>
            <a:r>
              <a:rPr dirty="0"/>
              <a:t> -q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C6C7E"/>
                </a:solidFill>
                <a:latin typeface="Aptos"/>
              </a:defRPr>
            </a:pPr>
            <a:r>
              <a:rPr dirty="0"/>
              <a:t>Project tests: 3 passing in the prepared source-code package.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Component 6 — AI-Assisted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Specification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Define expected functions, constraints and edge cases before 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Review AI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Check data validity, booking logic, concurrency and error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2880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82880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201168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Validate independently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51460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Run tests and inspect actual behavior instead of trusting generated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85F99"/>
                </a:solidFill>
                <a:latin typeface="Aptos"/>
              </a:defRPr>
            </a:pPr>
            <a:r>
              <a:rPr dirty="0"/>
              <a:t>Responsible AI use: AI supports development; the student verifies, understands and explains every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Live Demonstration — 5 Easy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Run: python railway.py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82439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3607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7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Choose 1 to search trains by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6916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924799" y="16916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25968" y="18745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774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Choose 2, enter passenger details and save the PNR.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40080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41247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Choose 3 and enter the PNR to view the ticket.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39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282439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483607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3607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Choose 4 to cancel; recheck the PNR status.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4799" y="3520440"/>
            <a:ext cx="3477767" cy="1627632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7924799" y="3520440"/>
            <a:ext cx="59436" cy="162763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8125968" y="3703320"/>
            <a:ext cx="3112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5F99"/>
                </a:solidFill>
                <a:latin typeface="Aptos"/>
              </a:defRPr>
            </a:pPr>
            <a:r>
              <a:rPr dirty="0"/>
              <a:t>Extra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5968" y="4206240"/>
            <a:ext cx="31120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D1D34"/>
                </a:solidFill>
                <a:latin typeface="Aptos"/>
              </a:defRPr>
            </a:pPr>
            <a:r>
              <a:rPr dirty="0"/>
              <a:t>Book until seats are full to demonstrate capacity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D1D34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6459"/>
          </a:xfrm>
          <a:prstGeom prst="rect">
            <a:avLst/>
          </a:prstGeom>
          <a:solidFill>
            <a:srgbClr val="D5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C6C7E"/>
                </a:solidFill>
                <a:latin typeface="Aptos"/>
              </a:defRPr>
            </a:pPr>
            <a:r>
              <a:rPr dirty="0"/>
              <a:t>INDIAN RAILWAY RESERVATION SYSTEM  •  EDUCATIONAL PYTHON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85F99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492240" cy="347472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24128" y="199339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F99"/>
                </a:solidFill>
                <a:latin typeface="Aptos"/>
              </a:defRPr>
            </a:pPr>
            <a:r>
              <a:rPr dirty="0"/>
              <a:t>What we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D1D34"/>
                </a:solidFill>
                <a:latin typeface="Aptos"/>
              </a:defRPr>
            </a:pPr>
            <a:r>
              <a:rPr dirty="0"/>
              <a:t>✓ Search and fare display</a:t>
            </a:r>
          </a:p>
          <a:p>
            <a:pPr>
              <a:spcAft>
                <a:spcPts val="1200"/>
              </a:spcAft>
              <a:defRPr sz="1900" b="0">
                <a:solidFill>
                  <a:srgbClr val="0D1D34"/>
                </a:solidFill>
                <a:latin typeface="Aptos"/>
              </a:defRPr>
            </a:pPr>
            <a:r>
              <a:rPr dirty="0"/>
              <a:t>✓ Date-wise seat availability</a:t>
            </a:r>
          </a:p>
          <a:p>
            <a:pPr>
              <a:spcAft>
                <a:spcPts val="1200"/>
              </a:spcAft>
              <a:defRPr sz="1900" b="0">
                <a:solidFill>
                  <a:srgbClr val="0D1D34"/>
                </a:solidFill>
                <a:latin typeface="Aptos"/>
              </a:defRPr>
            </a:pPr>
            <a:r>
              <a:rPr dirty="0"/>
              <a:t>✓ Confirmed booking and PNR</a:t>
            </a:r>
          </a:p>
          <a:p>
            <a:pPr>
              <a:spcAft>
                <a:spcPts val="1200"/>
              </a:spcAft>
              <a:defRPr sz="1900" b="0">
                <a:solidFill>
                  <a:srgbClr val="0D1D34"/>
                </a:solidFill>
                <a:latin typeface="Aptos"/>
              </a:defRPr>
            </a:pPr>
            <a:r>
              <a:rPr dirty="0"/>
              <a:t>✓ Cancellation and JSON storage</a:t>
            </a:r>
          </a:p>
          <a:p>
            <a:pPr>
              <a:spcAft>
                <a:spcPts val="1200"/>
              </a:spcAft>
              <a:defRPr sz="1900" b="0">
                <a:solidFill>
                  <a:srgbClr val="0D1D34"/>
                </a:solidFill>
                <a:latin typeface="Aptos"/>
              </a:defRPr>
            </a:pPr>
            <a:r>
              <a:rPr dirty="0"/>
              <a:t>✓ Thread-safe booking and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97480"/>
            <a:ext cx="3200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Why dictionaries</a:t>
            </a:r>
          </a:p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How is overbooking avoided?</a:t>
            </a:r>
          </a:p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Why JSON?</a:t>
            </a:r>
          </a:p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What are the limitations?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5347" y="3298525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700" b="1">
                <a:solidFill>
                  <a:srgbClr val="185F99"/>
                </a:solidFill>
                <a:latin typeface="Aptos"/>
              </a:defRPr>
            </a:pPr>
            <a:r>
              <a:rPr sz="4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871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SYAM SUNDAR YADLA</cp:lastModifiedBy>
  <cp:revision>3</cp:revision>
  <dcterms:created xsi:type="dcterms:W3CDTF">2013-01-27T09:14:16Z</dcterms:created>
  <dcterms:modified xsi:type="dcterms:W3CDTF">2026-10-13T13:04:27Z</dcterms:modified>
  <cp:category/>
</cp:coreProperties>
</file>